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n-5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1463040"/>
            <a:ext cx="1828800" cy="1828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3474720"/>
            <a:ext cx="1218895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NoQx Launch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389120"/>
            <a:ext cx="1218895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C4B5FD"/>
                </a:solidFill>
                <a:latin typeface="Calibri"/>
              </a:rPr>
              <a:t>Skip the queue. Pre-order. Pickup.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669280"/>
            <a:ext cx="121889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  <a:latin typeface="Calibri"/>
              </a:rPr>
              <a:t>Path from code-ready to live in stores · 2026-05-22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Where we are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Code-ready, infrastructure live, store accounts pending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7432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NoQx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6A34A"/>
                </a:solidFill>
                <a:latin typeface="Calibri"/>
              </a:rPr>
              <a:t>DONE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/>
              </a:rPr>
              <a:t>✓  Production web app live at https://noqx.co.in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/>
              </a:rPr>
              <a:t>✓  Cloudflare proxy + SSL Full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65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/>
              </a:rPr>
              <a:t>✓  Supabase production schema + auth + RLS verified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4028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/>
              </a:rPr>
              <a:t>✓  Both Android APKs build, sign, and run on device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51460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/>
              </a:rPr>
              <a:t>✓  iOS Capacitor scaffold compile-checks pass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78892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/>
              </a:rPr>
              <a:t>✓  All legal pages live (Privacy, Terms, Refund, Shipping, Contact)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06324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/>
              </a:rPr>
              <a:t>✓  Email infrastructure operational (Resend + Cloudflare routing)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3375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/>
              </a:rPr>
              <a:t>✓  Brand assets: logo, splash, all icon sizes generated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61188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/>
              </a:rPr>
              <a:t>✓  Store-listing copy + data-safety answers prepared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88620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/>
              </a:rPr>
              <a:t>✓  19/19 production smoke tests passing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16052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/>
              </a:rPr>
              <a:t>✓  Razorpay code integration complete (test mode active)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43484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/>
              </a:rPr>
              <a:t>✓  Mobile keystores generated + backed up (OneDrive)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0972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D97706"/>
                </a:solidFill>
                <a:latin typeface="Calibri"/>
              </a:rPr>
              <a:t>PENDING (operator action)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141732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○  Apple Developer Program enrolment ($99/yr)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169164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○  Google Play Console signup ($25 one-time)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19659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○  Razorpay KYC + live keys deployment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224028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○  Supabase Pro upgrade ($25/mo) for DB backups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251460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○  App store listings created + screenshots captured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278892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○  Real canteen seeded (placeholder still live)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306324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○  GST registration decision + flag set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333756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○  FSSAI license number displayed on canteen pages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361188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○  Production APK flipped + uploaded to Internal track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388620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○  iOS signing material (after Apple Dev approves)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416052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○  TestFlight build + verification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4434840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○  Submit for App Review (Play + Apple)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NoQx Launch Plan · Prepared 2026-05-22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653796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14-day 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From sign-ups to live in both stores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7432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NoQx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28016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011680"/>
                <a:gridCol w="6400800"/>
                <a:gridCol w="1554480"/>
              </a:tblGrid>
              <a:tr h="329184">
                <a:tc>
                  <a:txBody>
                    <a:bodyPr lIns="73152" rIns="45720" tIns="36576" bIns="36576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When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 lIns="73152" rIns="45720" tIns="36576" bIns="36576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What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 lIns="73152" rIns="45720" tIns="36576" bIns="36576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Detail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 lIns="73152" rIns="45720" tIns="36576" bIns="36576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Cost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</a:tr>
              <a:tr h="329184">
                <a:tc>
                  <a:txBody>
                    <a:bodyPr lIns="73152" rIns="45720" tIns="36576" bIns="36576"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Day 0 (Today)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45720" tIns="36576" bIns="36576"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Open 4 accounts in parallel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45720" tIns="36576" bIns="36576"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Apple Dev + Play + Razorpay KYC + Supabase Pro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45720" tIns="36576" bIns="36576"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$124 + $25/mo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73152" rIns="45720" tIns="36576" bIns="36576"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Day 1-2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 lIns="73152" rIns="45720" tIns="36576" bIns="36576"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Wait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 lIns="73152" rIns="45720" tIns="36576" bIns="36576"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Apple Dev review (24-48h)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 lIns="73152" rIns="45720" tIns="36576" bIns="36576"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$0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</a:tr>
              <a:tr h="329184">
                <a:tc>
                  <a:txBody>
                    <a:bodyPr lIns="73152" rIns="45720" tIns="36576" bIns="36576"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Day 2-3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45720" tIns="36576" bIns="36576"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iOS signing setup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45720" tIns="36576" bIns="36576"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Cert + Profile + ASC API key → 6 GitHub secrets → TestFlight build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45720" tIns="36576" bIns="36576"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$0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73152" rIns="45720" tIns="36576" bIns="36576"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Day 3-7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 lIns="73152" rIns="45720" tIns="36576" bIns="36576"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Wait + setup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 lIns="73152" rIns="45720" tIns="36576" bIns="36576"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Razorpay KYC reviewed (3-7d). Meanwhile build Play listings.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 lIns="73152" rIns="45720" tIns="36576" bIns="36576"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$0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</a:tr>
              <a:tr h="329184">
                <a:tc>
                  <a:txBody>
                    <a:bodyPr lIns="73152" rIns="45720" tIns="36576" bIns="36576"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Day 5-7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45720" tIns="36576" bIns="36576"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Live keys + screenshots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45720" tIns="36576" bIns="36576"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Razorpay live deployed, ₹1 test order. Capture 6+4 screenshots.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45720" tIns="36576" bIns="36576"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₹1 in fees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73152" rIns="45720" tIns="36576" bIns="36576"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Day 7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 lIns="73152" rIns="45720" tIns="36576" bIns="36576"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Production flip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 lIns="73152" rIns="45720" tIns="36576" bIns="36576"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Real canteen seeded. Capacitor flip to noqx.co.in. Production APKs built.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 lIns="73152" rIns="45720" tIns="36576" bIns="36576"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$0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</a:tr>
              <a:tr h="329184">
                <a:tc>
                  <a:txBody>
                    <a:bodyPr lIns="73152" rIns="45720" tIns="36576" bIns="36576"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Day 7-10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45720" tIns="36576" bIns="36576"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Internal testing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45720" tIns="36576" bIns="36576"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Upload AAB to Play Internal, IPA to TestFlight. Invite operator + client.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45720" tIns="36576" bIns="36576"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$0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73152" rIns="45720" tIns="36576" bIns="36576"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Day 10-12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 lIns="73152" rIns="45720" tIns="36576" bIns="36576"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Submit for review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 lIns="73152" rIns="45720" tIns="36576" bIns="36576"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Play review (1-3d). Apple review (24-48h).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 lIns="73152" rIns="45720" tIns="36576" bIns="36576"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$0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</a:tr>
              <a:tr h="329184">
                <a:tc>
                  <a:txBody>
                    <a:bodyPr lIns="73152" rIns="45720" tIns="36576" bIns="36576"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Day 12-14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45720" tIns="36576" bIns="36576"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Approved → live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45720" tIns="36576" bIns="36576"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Rollout 100% on both stores. Open the canteen.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45720" tIns="36576" bIns="36576"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🟢 LIVE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Critical path is external review wait: Apple Dev 24-48h, Razorpay KYC 3-7 days, app store reviews 1-3 days each.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NoQx Launch Plan · Prepared 2026-05-22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53796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Upfront costs (one-time)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Pay these once to get to launch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7432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NoQx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371600" y="1371600"/>
          <a:ext cx="941832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645920"/>
                <a:gridCol w="4572000"/>
              </a:tblGrid>
              <a:tr h="329184">
                <a:tc>
                  <a:txBody>
                    <a:bodyPr lIns="73152" rIns="45720" tIns="36576" bIns="36576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Service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 lIns="73152" rIns="45720" tIns="36576" bIns="36576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Cost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 lIns="73152" rIns="45720" tIns="36576" bIns="36576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Why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</a:tr>
              <a:tr h="329184">
                <a:tc>
                  <a:txBody>
                    <a:bodyPr lIns="73152" rIns="45720" tIns="36576" bIns="36576"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Apple Developer Program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45720" tIns="36576" bIns="36576"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$99/yr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45720" tIns="36576" bIns="36576"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Required for App Store + TestFlight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73152" rIns="45720" tIns="36576" bIns="36576"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Google Play Console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 lIns="73152" rIns="45720" tIns="36576" bIns="36576"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$25 once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 lIns="73152" rIns="45720" tIns="36576" bIns="36576"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Required to publish on Play Store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</a:tr>
              <a:tr h="329184">
                <a:tc>
                  <a:txBody>
                    <a:bodyPr lIns="73152" rIns="45720" tIns="36576" bIns="36576"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Razorpay account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45720" tIns="36576" bIns="36576"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FREE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45720" tIns="36576" bIns="36576"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2% transaction fee charged per payment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73152" rIns="45720" tIns="36576" bIns="36576"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Supabase Pro (first month)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 lIns="73152" rIns="45720" tIns="36576" bIns="36576"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$25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 lIns="73152" rIns="45720" tIns="36576" bIns="36576"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Database backups + larger DB quota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</a:tr>
              <a:tr h="329184">
                <a:tc>
                  <a:txBody>
                    <a:bodyPr lIns="73152" rIns="45720" tIns="36576" bIns="36576"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Resend Pro (first month)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45720" tIns="36576" bIns="36576"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$20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45720" tIns="36576" bIns="36576"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50k emails / month included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73152" rIns="45720" tIns="36576" bIns="36576"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Railway Pro (already paying)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 lIns="73152" rIns="45720" tIns="36576" bIns="36576"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$20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 lIns="73152" rIns="45720" tIns="36576" bIns="36576"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>Hosting infrastructure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</a:tr>
              <a:tr h="329184">
                <a:tc>
                  <a:txBody>
                    <a:bodyPr lIns="73152" rIns="45720" tIns="36576" bIns="36576"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45720" tIns="36576" bIns="36576"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45720" tIns="36576" bIns="36576"/>
                    <a:lstStyle/>
                    <a:p>
                      <a:r>
                        <a:rPr sz="1200">
                          <a:solidFill>
                            <a:srgbClr val="1E293B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73152" rIns="45720" tIns="36576" bIns="36576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TOTAL DAY-1 OUT-OF-POCKET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 lIns="73152" rIns="45720" tIns="36576" bIns="36576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$214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 lIns="73152" rIns="45720" tIns="36576" bIns="36576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$124 one-time + $90 first month subscriptions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After day 1, you've spent $214. Apple + Play don't repeat; Supabase + Resend + Railway are monthly.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NoQx Launch Plan · Prepared 2026-05-22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53796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Monthly costs at scale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What you'll pay each month as the app grows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7432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NoQx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280160"/>
          <a:ext cx="1124712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508760"/>
                <a:gridCol w="1508760"/>
                <a:gridCol w="1508760"/>
                <a:gridCol w="1508760"/>
                <a:gridCol w="1508760"/>
                <a:gridCol w="1508760"/>
              </a:tblGrid>
              <a:tr h="329184">
                <a:tc>
                  <a:txBody>
                    <a:bodyPr lIns="73152" rIns="45720" tIns="36576" bIns="36576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Daily active students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 lIns="73152" rIns="45720" tIns="36576" bIns="36576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Railway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 lIns="73152" rIns="45720" tIns="36576" bIns="36576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Supabase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 lIns="73152" rIns="45720" tIns="36576" bIns="36576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Resend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 lIns="73152" rIns="45720" tIns="36576" bIns="36576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Cloudflare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 lIns="73152" rIns="45720" tIns="36576" bIns="36576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SMS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 lIns="73152" rIns="45720" tIns="36576" bIns="36576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</a:tr>
              <a:tr h="329184">
                <a:tc>
                  <a:txBody>
                    <a:bodyPr lIns="73152" rIns="45720" tIns="36576" bIns="36576"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</a:rPr>
                        <a:t>1,000 DAU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45720" tIns="36576" bIns="36576"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</a:rPr>
                        <a:t>$20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45720" tIns="36576" bIns="36576"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</a:rPr>
                        <a:t>$25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45720" tIns="36576" bIns="36576"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</a:rPr>
                        <a:t>$20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45720" tIns="36576" bIns="36576"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</a:rPr>
                        <a:t>$0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45720" tIns="36576" bIns="36576"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</a:rPr>
                        <a:t>$5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45720" tIns="36576" bIns="36576"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</a:rPr>
                        <a:t>$70/mo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73152" rIns="45720" tIns="36576" bIns="36576"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</a:rPr>
                        <a:t>5,000 DAU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 lIns="73152" rIns="45720" tIns="36576" bIns="36576"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</a:rPr>
                        <a:t>$50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 lIns="73152" rIns="45720" tIns="36576" bIns="36576"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</a:rPr>
                        <a:t>$35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 lIns="73152" rIns="45720" tIns="36576" bIns="36576"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</a:rPr>
                        <a:t>$99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 lIns="73152" rIns="45720" tIns="36576" bIns="36576"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</a:rPr>
                        <a:t>$0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 lIns="73152" rIns="45720" tIns="36576" bIns="36576"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</a:rPr>
                        <a:t>$20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 lIns="73152" rIns="45720" tIns="36576" bIns="36576"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</a:rPr>
                        <a:t>$200/mo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</a:tr>
              <a:tr h="329184">
                <a:tc>
                  <a:txBody>
                    <a:bodyPr lIns="73152" rIns="45720" tIns="36576" bIns="36576"/>
                    <a:lstStyle/>
                    <a:p>
                      <a:r>
                        <a:rPr sz="1100" b="1">
                          <a:solidFill>
                            <a:srgbClr val="7C3AED"/>
                          </a:solidFill>
                        </a:rPr>
                        <a:t>15,000 DAU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 lIns="73152" rIns="45720" tIns="36576" bIns="36576"/>
                    <a:lstStyle/>
                    <a:p>
                      <a:r>
                        <a:rPr sz="1100" b="1">
                          <a:solidFill>
                            <a:srgbClr val="7C3AED"/>
                          </a:solidFill>
                        </a:rPr>
                        <a:t>$100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 lIns="73152" rIns="45720" tIns="36576" bIns="36576"/>
                    <a:lstStyle/>
                    <a:p>
                      <a:r>
                        <a:rPr sz="1100" b="1">
                          <a:solidFill>
                            <a:srgbClr val="7C3AED"/>
                          </a:solidFill>
                        </a:rPr>
                        <a:t>$85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 lIns="73152" rIns="45720" tIns="36576" bIns="36576"/>
                    <a:lstStyle/>
                    <a:p>
                      <a:r>
                        <a:rPr sz="1100" b="1">
                          <a:solidFill>
                            <a:srgbClr val="7C3AED"/>
                          </a:solidFill>
                        </a:rPr>
                        <a:t>$399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 lIns="73152" rIns="45720" tIns="36576" bIns="36576"/>
                    <a:lstStyle/>
                    <a:p>
                      <a:r>
                        <a:rPr sz="1100" b="1">
                          <a:solidFill>
                            <a:srgbClr val="7C3AED"/>
                          </a:solidFill>
                        </a:rPr>
                        <a:t>$0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 lIns="73152" rIns="45720" tIns="36576" bIns="36576"/>
                    <a:lstStyle/>
                    <a:p>
                      <a:r>
                        <a:rPr sz="1100" b="1">
                          <a:solidFill>
                            <a:srgbClr val="7C3AED"/>
                          </a:solidFill>
                        </a:rPr>
                        <a:t>$50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 lIns="73152" rIns="45720" tIns="36576" bIns="36576"/>
                    <a:lstStyle/>
                    <a:p>
                      <a:r>
                        <a:rPr sz="1100" b="1">
                          <a:solidFill>
                            <a:srgbClr val="7C3AED"/>
                          </a:solidFill>
                        </a:rPr>
                        <a:t>$630/mo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</a:tr>
              <a:tr h="329184">
                <a:tc>
                  <a:txBody>
                    <a:bodyPr lIns="73152" rIns="45720" tIns="36576" bIns="36576"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</a:rPr>
                        <a:t>15k w/ FCM push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 lIns="73152" rIns="45720" tIns="36576" bIns="36576"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</a:rPr>
                        <a:t>$100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 lIns="73152" rIns="45720" tIns="36576" bIns="36576"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</a:rPr>
                        <a:t>$85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 lIns="73152" rIns="45720" tIns="36576" bIns="36576"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</a:rPr>
                        <a:t>$99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 lIns="73152" rIns="45720" tIns="36576" bIns="36576"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</a:rPr>
                        <a:t>$0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 lIns="73152" rIns="45720" tIns="36576" bIns="36576"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</a:rPr>
                        <a:t>$50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 lIns="73152" rIns="45720" tIns="36576" bIns="36576"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</a:rPr>
                        <a:t>$330/mo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</a:tr>
              <a:tr h="329184">
                <a:tc>
                  <a:txBody>
                    <a:bodyPr lIns="73152" rIns="45720" tIns="36576" bIns="36576"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</a:rPr>
                        <a:t>50,000 DAU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45720" tIns="36576" bIns="36576"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</a:rPr>
                        <a:t>$300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45720" tIns="36576" bIns="36576"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</a:rPr>
                        <a:t>$135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45720" tIns="36576" bIns="36576"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</a:rPr>
                        <a:t>Enterprise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45720" tIns="36576" bIns="36576"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</a:rPr>
                        <a:t>$20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45720" tIns="36576" bIns="36576"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</a:rPr>
                        <a:t>$150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45720" tIns="36576" bIns="36576"/>
                    <a:lstStyle/>
                    <a:p>
                      <a:r>
                        <a:rPr sz="1100">
                          <a:solidFill>
                            <a:srgbClr val="1E293B"/>
                          </a:solidFill>
                        </a:rPr>
                        <a:t>$1,000+/mo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38912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Calibri"/>
              </a:rPr>
              <a:t>At 15k DAU: re-enable push notifications (FCM, currently disabled) to drop email volume by ~70% → saves ~$300/mo.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3776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E293B"/>
                </a:solidFill>
                <a:latin typeface="Calibri"/>
              </a:rPr>
              <a:t>PLUS Razorpay 2% fee on every order. At 15k DAU × ₹80 avg order × 30 days = ₹36L gross/mo → ₹72k Razorpay fee.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864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All services are usage-based: you don't pay for capacity you don't use. Scale up only as you cross thresholds.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NoQx Launch Plan · Prepared 2026-05-22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653796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What we need from the client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Decisions + content to unblock submission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7432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NoQx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  <a:latin typeface="Calibri"/>
              </a:rPr>
              <a:t>DECISIONS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/>
              </a:rPr>
              <a:t>•  Apple Developer enrolment type: Individual or Organization (DUNS required)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/>
              </a:rPr>
              <a:t>•  Razorpay account: KYC documents ready (PAN, GSTIN, bank, director ID)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488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/>
              </a:rPr>
              <a:t>•  GST registration status: registered yet? If yes, share GSTIN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146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/>
              </a:rPr>
              <a:t>•  Cookie consent: not needed (DECIDED, see privacy policy §8)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8803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/>
              </a:rPr>
              <a:t>•  FSSAI license number for canteen pages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2461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/>
              </a:rPr>
              <a:t>•  Real first partner canteen: name, address, college, opening hours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6118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/>
              </a:rPr>
              <a:t>•  Payment terms with canteen partner (revenue share 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0972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  <a:latin typeface="Calibri"/>
              </a:rPr>
              <a:t>CONTENT TO PROVIDE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14173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/>
              </a:rPr>
              <a:t>•  Real first canteen menu (items + prices + categories)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17830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/>
              </a:rPr>
              <a:t>•  Real canteen photos (3-5 per canteen for student-facing display)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1488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/>
              </a:rPr>
              <a:t>•  App Store "What's New" copy for v1.0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5146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/>
              </a:rPr>
              <a:t>•  Demo student credentials for App Store reviewer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8803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/>
              </a:rPr>
              <a:t>•  Privacy contact email + grievance officer name (DPDPA §10)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2461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/>
              </a:rPr>
              <a:t>•  Apple Developer account credentials (for signing material upload)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6118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/>
              </a:rPr>
              <a:t>•  Play Console account credentials (for AAB upload)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977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/>
              </a:rPr>
              <a:t>•  Razorpay live API keys (after KYC approves)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NoQx Launch Plan · Prepared 2026-05-22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53796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What's complete on the engineering side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All code paths tested, documented, and ready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7432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NoQx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0972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A34A"/>
                </a:solidFill>
                <a:latin typeface="Calibri"/>
              </a:rPr>
              <a:t>✓  Web 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097280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/>
              </a:rPr>
              <a:t>Live at noqx.co.in. 19/19 smoke tests pass. Cloudflare proxy active.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087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A34A"/>
                </a:solidFill>
                <a:latin typeface="Calibri"/>
              </a:rPr>
              <a:t>✓  Mobile builds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1508760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/>
              </a:rPr>
              <a:t>Both Android APKs build, sign, install. iOS scaffold compile-checks.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202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A34A"/>
                </a:solidFill>
                <a:latin typeface="Calibri"/>
              </a:rPr>
              <a:t>✓  Brand assets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1920240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/>
              </a:rPr>
              <a:t>NoQx logo (with glittering) regenerated across 38 sizes. Splash + feature graphic.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3317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A34A"/>
                </a:solidFill>
                <a:latin typeface="Calibri"/>
              </a:rPr>
              <a:t>✓  Native role isolation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331720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/>
              </a:rPr>
              <a:t>Student app hides canteen-login UI. Worker app hides student links.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7432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A34A"/>
                </a:solidFill>
                <a:latin typeface="Calibri"/>
              </a:rPr>
              <a:t>✓  Email delivery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2743200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/>
              </a:rPr>
              <a:t>Resend wired + verified. Password reset OTP confirmed live.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1546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A34A"/>
                </a:solidFill>
                <a:latin typeface="Calibri"/>
              </a:rPr>
              <a:t>✓  Email routing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3154680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/>
              </a:rPr>
              <a:t>Cloudflare → support/grievance/privacy@noqx.co.in → forwards verified.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5661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A34A"/>
                </a:solidFill>
                <a:latin typeface="Calibri"/>
              </a:rPr>
              <a:t>✓  Payment integration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3566160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/>
              </a:rPr>
              <a:t>Razorpay test mode working. Live key flip is a 60-second change.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97764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A34A"/>
                </a:solidFill>
                <a:latin typeface="Calibri"/>
              </a:rPr>
              <a:t>✓  Data safety / privacy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3977640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/>
              </a:rPr>
              <a:t>Privacy policy DPDPA-compliant. No third-party trackers. Audited.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3891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A34A"/>
                </a:solidFill>
                <a:latin typeface="Calibri"/>
              </a:rPr>
              <a:t>✓  Operational runbooks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4389120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/>
              </a:rPr>
              <a:t>On-call, rollback, launch-day, FCM re-enable — all written.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8006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A34A"/>
                </a:solidFill>
                <a:latin typeface="Calibri"/>
              </a:rPr>
              <a:t>✓  Smoke + verify scripts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4800600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/>
              </a:rPr>
              <a:t>smoke-test-prod (19 checks). verify-razorpay-flow (5 checks). launch-day-stats.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2120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A34A"/>
                </a:solidFill>
                <a:latin typeface="Calibri"/>
              </a:rPr>
              <a:t>✓  Deep linking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5212080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/>
              </a:rPr>
              <a:t>Android App Links: noqx.co.in/dashboard/* opens directly in app.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6235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A34A"/>
                </a:solidFill>
                <a:latin typeface="Calibri"/>
              </a:rPr>
              <a:t>✓  UI fixes verified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5623560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/>
              </a:rPr>
              <a:t>Worker header safe-area. Old-order invoice fallback. Worker logout routing.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NoQx Launch Plan · Prepared 2026-05-22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653796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Risks + mitigation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What could delay launch and how we handle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7432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NoQx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28016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645920"/>
                <a:gridCol w="6400800"/>
              </a:tblGrid>
              <a:tr h="329184">
                <a:tc>
                  <a:txBody>
                    <a:bodyPr lIns="73152" rIns="45720" tIns="36576" bIns="36576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Risk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 lIns="73152" rIns="45720" tIns="36576" bIns="36576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Likelihood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  <a:tc>
                  <a:txBody>
                    <a:bodyPr lIns="73152" rIns="45720" tIns="36576" bIns="36576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Mitigation</a:t>
                      </a:r>
                    </a:p>
                  </a:txBody>
                  <a:tcPr>
                    <a:solidFill>
                      <a:srgbClr val="7C3AED"/>
                    </a:solidFill>
                  </a:tcPr>
                </a:tc>
              </a:tr>
              <a:tr h="329184">
                <a:tc>
                  <a:txBody>
                    <a:bodyPr lIns="73152" rIns="45720" tIns="36576" bIns="36576"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Apple Dev review stuck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45720" tIns="36576" bIns="36576"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45720" tIns="36576" bIns="36576"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Apple manual verification rarely takes &gt;48h. Follow-up via dev portal support if delayed.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73152" rIns="45720" tIns="36576" bIns="36576"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Razorpay KYC rejection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 lIns="73152" rIns="45720" tIns="36576" bIns="36576"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 lIns="73152" rIns="45720" tIns="36576" bIns="36576"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Documents pre-checked. If rejected, re-submit with clearer scans — 24h re-review.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</a:tr>
              <a:tr h="329184">
                <a:tc>
                  <a:txBody>
                    <a:bodyPr lIns="73152" rIns="45720" tIns="36576" bIns="36576"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App Store rejection round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45720" tIns="36576" bIns="36576"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45720" tIns="36576" bIns="36576"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Common: demo credentials missing, IAP confusion. Resubmit fixes in 24-48h.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73152" rIns="45720" tIns="36576" bIns="36576"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Play Store rejection round 1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 lIns="73152" rIns="45720" tIns="36576" bIns="36576"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 lIns="73152" rIns="45720" tIns="36576" bIns="36576"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Data-safety form pre-prepared. Mostly accepted on first try.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</a:tr>
              <a:tr h="329184">
                <a:tc>
                  <a:txBody>
                    <a:bodyPr lIns="73152" rIns="45720" tIns="36576" bIns="36576"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Razorpay live test fails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45720" tIns="36576" bIns="36576"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45720" tIns="36576" bIns="36576"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Test mode flow validated; live flow uses same code path. Rollback to test mode in 60 sec if needed.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73152" rIns="45720" tIns="36576" bIns="36576"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Cloudflare DNS propagation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 lIns="73152" rIns="45720" tIns="36576" bIns="36576"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Already done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 lIns="73152" rIns="45720" tIns="36576" bIns="36576"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Zone live since 2026-05-20. No further action.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</a:tr>
              <a:tr h="329184">
                <a:tc>
                  <a:txBody>
                    <a:bodyPr lIns="73152" rIns="45720" tIns="36576" bIns="36576"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DB data loss before backups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45720" tIns="36576" bIns="36576"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HIGH → mitigated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45720" tIns="36576" bIns="36576"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Supabase Pro upgrade BLOCKS launch. Day-0 action item.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73152" rIns="45720" tIns="36576" bIns="36576"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First-week traffic spike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 lIns="73152" rIns="45720" tIns="36576" bIns="36576"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Low (1 canteen)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  <a:tc>
                  <a:txBody>
                    <a:bodyPr lIns="73152" rIns="45720" tIns="36576" bIns="36576"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Cloudflare absorbs at edge. Railway scales to 70% CPU before we'd notice.</a:t>
                      </a:r>
                    </a:p>
                  </a:txBody>
                  <a:tcPr>
                    <a:solidFill>
                      <a:srgbClr val="F5F3FF"/>
                    </a:solidFill>
                  </a:tcPr>
                </a:tc>
              </a:tr>
              <a:tr h="329184">
                <a:tc>
                  <a:txBody>
                    <a:bodyPr lIns="73152" rIns="45720" tIns="36576" bIns="36576"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FCM push not enabled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45720" tIns="36576" bIns="36576"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Accepted v1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3152" rIns="45720" tIns="36576" bIns="36576"/>
                    <a:lstStyle/>
                    <a:p>
                      <a:r>
                        <a:rPr sz="1000">
                          <a:solidFill>
                            <a:srgbClr val="1E293B"/>
                          </a:solidFill>
                        </a:rPr>
                        <a:t>Users refresh app to see updates. Re-enable in v1.1 per FCM_REENABLEMENT.md.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NoQx Launch Plan · Prepared 2026-05-22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53796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Post-launch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First 30 days are critical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0" y="274320"/>
            <a:ext cx="1188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1">
                <a:solidFill>
                  <a:srgbClr val="FFFFFF"/>
                </a:solidFill>
                <a:latin typeface="Calibri"/>
              </a:rPr>
              <a:t>NoQx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8872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  <a:latin typeface="Calibri"/>
              </a:rPr>
              <a:t>DAILY (first 7 days)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/>
              </a:rPr>
              <a:t>•  Run launch-day-stats script (orders, payments, signups)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/>
              </a:rPr>
              <a:t>•  Check Razorpay dashboard for failed payments (target &lt;5%)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860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/>
              </a:rPr>
              <a:t>•  Check Resend dashboard for email bounce rate (target &lt;2%)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517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/>
              </a:rPr>
              <a:t>•  Review UptimeRobot for any downtime alerts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175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/>
              </a:rPr>
              <a:t>•  Triage any customer support tickets &lt;4h response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188720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  <a:latin typeface="Calibri"/>
              </a:rPr>
              <a:t>WEEKLY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5544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/>
              </a:rPr>
              <a:t>•  Review Railway usage (CPU, memory, egress trending)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9202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/>
              </a:rPr>
              <a:t>•  Review Supabase DB size + query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2860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/>
              </a:rPr>
              <a:t>•  Customer retention metric (DAU, WAU)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6517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/>
              </a:rPr>
              <a:t>•  Operational retro: any new edge cases? Update runbooks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0175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/>
              </a:rPr>
              <a:t>•  Plan v1.1 fixes based on production feedback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20624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D97706"/>
                </a:solidFill>
                <a:latin typeface="Calibri"/>
              </a:rPr>
              <a:t>FIRST 30 DAYS: enable FCM push notifications (FCM_REENABLEMENT.md)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61772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475569"/>
                </a:solidFill>
                <a:latin typeface="Calibri"/>
              </a:rPr>
              <a:t>Cuts Resend email volume by ~70% (saves ~$300/mo at 15k DAU). Requires Firebase project + 7 implementation steps.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2120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  <a:latin typeface="Calibri"/>
              </a:rPr>
              <a:t>QUARTERLY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57784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E293B"/>
                </a:solidFill>
                <a:latin typeface="Calibri"/>
              </a:rPr>
              <a:t>•  Audit Cloudflare WAF rules · rotate keystore backup verification · review pricing-tier upgrade thresholds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NoQx Launch Plan · Prepared 2026-05-22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53796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5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640080"/>
            <a:ext cx="1218895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Next 24 hours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1218895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C4B5FD"/>
                </a:solidFill>
                <a:latin typeface="Calibri"/>
              </a:rPr>
              <a:t>These four sign-ups start all wait-clocks in parallel. Do them this morning.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86000"/>
            <a:ext cx="5212080" cy="1737360"/>
          </a:xfrm>
          <a:prstGeom prst="roundRect">
            <a:avLst>
              <a:gd name="adj" fmla="val 7000"/>
            </a:avLst>
          </a:prstGeom>
          <a:solidFill>
            <a:srgbClr val="2D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42316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1. Apple Developer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C4B5FD"/>
                </a:solidFill>
                <a:latin typeface="Calibri"/>
              </a:rPr>
              <a:t>$99/yr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A7A3FF"/>
                </a:solidFill>
                <a:latin typeface="Calibri"/>
              </a:rPr>
              <a:t>developer.apple.com/programs/enroll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6616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⏱  24-48h activation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286000"/>
            <a:ext cx="5212080" cy="1737360"/>
          </a:xfrm>
          <a:prstGeom prst="roundRect">
            <a:avLst>
              <a:gd name="adj" fmla="val 7000"/>
            </a:avLst>
          </a:prstGeom>
          <a:solidFill>
            <a:srgbClr val="2D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242316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2. Razorpay KYC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283464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C4B5FD"/>
                </a:solidFill>
                <a:latin typeface="Calibri"/>
              </a:rPr>
              <a:t>Free signup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20040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A7A3FF"/>
                </a:solidFill>
                <a:latin typeface="Calibri"/>
              </a:rPr>
              <a:t>dashboard.razorpay.com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56616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⏱  3-7 day review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297680"/>
            <a:ext cx="5212080" cy="1737360"/>
          </a:xfrm>
          <a:prstGeom prst="roundRect">
            <a:avLst>
              <a:gd name="adj" fmla="val 7000"/>
            </a:avLst>
          </a:prstGeom>
          <a:solidFill>
            <a:srgbClr val="2D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43484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3. Play Console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84632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C4B5FD"/>
                </a:solidFill>
                <a:latin typeface="Calibri"/>
              </a:rPr>
              <a:t>$25 one-time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2120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A7A3FF"/>
                </a:solidFill>
                <a:latin typeface="Calibri"/>
              </a:rPr>
              <a:t>play.google.com/console/signup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57784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⏱  Same-day activation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4297680"/>
            <a:ext cx="5212080" cy="1737360"/>
          </a:xfrm>
          <a:prstGeom prst="roundRect">
            <a:avLst>
              <a:gd name="adj" fmla="val 7000"/>
            </a:avLst>
          </a:prstGeom>
          <a:solidFill>
            <a:srgbClr val="2D2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443484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4. Supabase Pro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484632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C4B5FD"/>
                </a:solidFill>
                <a:latin typeface="Calibri"/>
              </a:rPr>
              <a:t>$25/mo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52120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A7A3FF"/>
                </a:solidFill>
                <a:latin typeface="Calibri"/>
              </a:rPr>
              <a:t>supabase.com/dashboard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557784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⏱  Immediate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0" y="6217920"/>
            <a:ext cx="121889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C4B5FD"/>
                </a:solidFill>
                <a:latin typeface="Calibri"/>
              </a:rPr>
              <a:t>Total this morning: $124 + 90 minutes of clicking. After that you're waiting on external reviews.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0" y="6537960"/>
            <a:ext cx="121889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Detailed steps in docs/LAUNCH_CRITICAL_PATH.md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